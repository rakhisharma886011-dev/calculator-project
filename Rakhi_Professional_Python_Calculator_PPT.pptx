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 Based Python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</a:defRPr>
            </a:pPr>
            <a:r>
              <a:t>Project 2: Building Graphical User Interface Calculator using Tkinter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</a:defRPr>
            </a:pPr>
            <a:r>
              <a:t>Candidate Name: Rakhi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</a:defRPr>
            </a:pPr>
            <a:r>
              <a:t>Role: Python Developer Intern / Student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</a:defRPr>
            </a:pPr>
            <a:r>
              <a:t>Organization: NextHikes IT Solutions</a:t>
            </a:r>
          </a:p>
          <a:p>
            <a:pPr>
              <a:spcAft>
                <a:spcPts val="1600"/>
              </a:spcAft>
              <a:defRPr sz="1900">
                <a:solidFill>
                  <a:srgbClr val="282D37"/>
                </a:solidFill>
              </a:defRPr>
            </a:pPr>
            <a:r>
              <a:t>Technology Stack: Python 3 • Tkinter • VS Code •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Design and develop a robust desktop-based GUI calculator using Python.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Use Python’s built-in Tkinter library for a lightweight and compatible interface.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Provide an interactive display for arithmetic expressions and results.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Support Addition (+), Subtraction (-), Multiplication (*) and Division (/).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Provide Equals (=) for calculation and Clear (C/AC) for reset.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Interface &amp; Component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Display Screen: Entry widget with right-aligned text and real-time updates.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Structured 4×4 grid using Tkinter grid() geometry management.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Buttons include numbers 0–9, arithmetic operators, Clear and Equals.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Responsive interaction through mouse clicks and physical keyboard input.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Layout: [7][8][9][+] • [4][5][6][-] • [1][2][3][*] • [C][0][=][/]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Architecture &amp;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Event-driven callbacks manage calculator actions without blocking the UI.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Core functions: press(), clear(), and equalpress().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Dynamic expression parsing converts entered expressions into numerical results.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try-except exception handling prevents crashes from invalid expressions.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Handles arithmetic errors such as ZeroDivisionError.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Tkinter StringVar keeps the display synchronized with application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Core Python: data types, strings, functions and exception handling.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Tkinter: practical use of Tk, Frame, Entry, Button and grid layouts.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VS Code: project setup, debugging and file management.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Git &amp; GitHub: repository creation, commits and project deployment.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Hands-on experience building a functional desktop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Submission &amp;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Author / Candidate: Rakhi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Python Script: calculator.py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Project Structure: Project 1 / Project 2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GitHub Repository: github.com/rakhi-code/python-gui-calculator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Deliverables: Python Source Code, PPT Assignment and GitHub Repository.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Verification: Functional, responsive and tested with basic arithmetic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GUI Based Python Calculator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Presented by: Rakhi</a:t>
            </a:r>
          </a:p>
          <a:p>
            <a:pPr>
              <a:spcAft>
                <a:spcPts val="1600"/>
              </a:spcAft>
              <a:defRPr sz="2100">
                <a:solidFill>
                  <a:srgbClr val="282D37"/>
                </a:solidFill>
              </a:defRPr>
            </a:pPr>
            <a:r>
              <a:t>Python • Tkinter • VS Code •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3"/>
                </a:solidFill>
              </a:defRPr>
            </a:pPr>
            <a:r>
              <a:t>NextHikes IT Solutions  •  Rakhi  •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